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78" y="3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479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notebookTools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50941" y="45981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BfK-S Projekt</a:t>
            </a:r>
            <a:endParaRPr lang="en-US" sz="24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14CD44E-E435-4BD2-A3D3-3E9D6BC5CBDB}"/>
              </a:ext>
            </a:extLst>
          </p:cNvPr>
          <p:cNvSpPr txBox="1"/>
          <p:nvPr/>
        </p:nvSpPr>
        <p:spPr>
          <a:xfrm>
            <a:off x="24524" y="4806730"/>
            <a:ext cx="2557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Jonas, Marius, Catharina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3152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C#-Kommandozeilentool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Lesen und Bearbeiten von Jupyter Notebooks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50485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einlesen und finden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Inhaltsübersicht und einzelne Zellen anzeigen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Zellen bearbeiten, einfügen, löschen, verschieben und Typ ändern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Zellen aufteilen, zusammenführen und Notebooks neu speichern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suchen und ersetzen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Hilfe und Eingabeprüfung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und Export als TXT, HTML und DOCX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Projektstruktur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 flipV="1">
            <a:off x="548639" y="1005840"/>
            <a:ext cx="2544905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src/NotebookTools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Hauptprogramm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060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tests/NotebookTools.Tests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606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und Testdaten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7785" y="-411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 flipV="1">
            <a:off x="177975" y="498349"/>
            <a:ext cx="2365528" cy="45719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6" name="Image 0" descr="SCRUM Board auf GitHu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552" y="294359"/>
            <a:ext cx="6002808" cy="43690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&amp; Code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Bildschirmpräsentation (16:9)</PresentationFormat>
  <Paragraphs>27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notebookTools</dc:title>
  <dc:subject>PptxGenJS Presentation</dc:subject>
  <dc:creator>PptxGenJS</dc:creator>
  <cp:lastModifiedBy>Catharina Orth</cp:lastModifiedBy>
  <cp:revision>3</cp:revision>
  <dcterms:created xsi:type="dcterms:W3CDTF">2026-10-05T18:55:13Z</dcterms:created>
  <dcterms:modified xsi:type="dcterms:W3CDTF">2026-10-05T19:08:21Z</dcterms:modified>
</cp:coreProperties>
</file>