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78" y="3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4479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notebookTools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50941" y="45981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BfK-S Projekt</a:t>
            </a:r>
            <a:endParaRPr lang="en-US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14CD44E-E435-4BD2-A3D3-3E9D6BC5CBDB}"/>
              </a:ext>
            </a:extLst>
          </p:cNvPr>
          <p:cNvSpPr txBox="1"/>
          <p:nvPr/>
        </p:nvSpPr>
        <p:spPr>
          <a:xfrm>
            <a:off x="24524" y="4806730"/>
            <a:ext cx="25575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Jonas, Marius, Catharina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73152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459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C#-Kommandozeilentool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Lesen und Bearbeiten von Jupyter Notebooks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Geplante Funktionen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350485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einlesen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Inhaltsübersicht anzeigen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Einzelne Zellen anzeigen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Zellen löschen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Zellen einfügen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zusammenführen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für wichtige Funktionen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Projektstruktur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 flipV="1">
            <a:off x="548639" y="1005840"/>
            <a:ext cx="2544905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554480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src/NotebookTools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554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Hauptprogramm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06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tests/NotebookTools.Tests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2606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657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87785" y="-411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Board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 flipV="1">
            <a:off x="177975" y="498349"/>
            <a:ext cx="2365528" cy="45719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pic>
        <p:nvPicPr>
          <p:cNvPr id="6" name="Image 0" descr="SCRUM Board auf GitHu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552" y="294359"/>
            <a:ext cx="6002808" cy="43690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&amp; Code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</Words>
  <Application>Microsoft Office PowerPoint</Application>
  <PresentationFormat>Bildschirmpräsentation (16:9)</PresentationFormat>
  <Paragraphs>27</Paragraphs>
  <Slides>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notebookTools</dc:title>
  <dc:subject>PptxGenJS Presentation</dc:subject>
  <dc:creator>PptxGenJS</dc:creator>
  <cp:lastModifiedBy>Catharina Orth</cp:lastModifiedBy>
  <cp:revision>3</cp:revision>
  <dcterms:created xsi:type="dcterms:W3CDTF">2026-10-05T18:55:13Z</dcterms:created>
  <dcterms:modified xsi:type="dcterms:W3CDTF">2026-10-05T19:08:21Z</dcterms:modified>
</cp:coreProperties>
</file>